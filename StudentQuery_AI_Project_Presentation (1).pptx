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13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7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0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69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50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52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50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6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69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9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43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4801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47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49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423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9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53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77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64039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StudentQuery</a:t>
            </a:r>
            <a:r>
              <a:rPr dirty="0"/>
              <a:t>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AI Chatbot for Student Queries</a:t>
            </a:r>
          </a:p>
          <a:p>
            <a:pPr>
              <a:spcAft>
                <a:spcPts val="800"/>
              </a:spcAft>
              <a:defRPr sz="2000"/>
            </a:pPr>
            <a:r>
              <a:t>Admissions • Courses • Fees • Internships • Placements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Project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Students repeatedly ask colleges the same questions about admissions, academics, fees, internships and placements.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Problems:</a:t>
            </a:r>
          </a:p>
          <a:p>
            <a:pPr>
              <a:spcAft>
                <a:spcPts val="800"/>
              </a:spcAft>
              <a:defRPr sz="2000"/>
            </a:pPr>
            <a:r>
              <a:t>• Information is scattered across notices and webpages</a:t>
            </a:r>
          </a:p>
          <a:p>
            <a:pPr>
              <a:spcAft>
                <a:spcPts val="800"/>
              </a:spcAft>
              <a:defRPr sz="2000"/>
            </a:pPr>
            <a:r>
              <a:t>• Students may not know where to ask</a:t>
            </a:r>
          </a:p>
          <a:p>
            <a:pPr>
              <a:spcAft>
                <a:spcPts val="800"/>
              </a:spcAft>
              <a:defRPr sz="2000"/>
            </a:pPr>
            <a:r>
              <a:t>• Staff answer repetitive questions</a:t>
            </a:r>
          </a:p>
          <a:p>
            <a:pPr>
              <a:spcAft>
                <a:spcPts val="800"/>
              </a:spcAft>
              <a:defRPr sz="2000"/>
            </a:pPr>
            <a:r>
              <a:t>• Students need quick, simple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Build a web-based AI/NLP chatbot that can:</a:t>
            </a:r>
          </a:p>
          <a:p>
            <a:pPr>
              <a:spcAft>
                <a:spcPts val="800"/>
              </a:spcAft>
              <a:defRPr sz="2000"/>
            </a:pPr>
            <a:r>
              <a:t>• Understand natural-language student questions</a:t>
            </a:r>
          </a:p>
          <a:p>
            <a:pPr>
              <a:spcAft>
                <a:spcPts val="800"/>
              </a:spcAft>
              <a:defRPr sz="2000"/>
            </a:pPr>
            <a:r>
              <a:t>• Match questions with a verified FAQ knowledge base</a:t>
            </a:r>
          </a:p>
          <a:p>
            <a:pPr>
              <a:spcAft>
                <a:spcPts val="800"/>
              </a:spcAft>
              <a:defRPr sz="2000"/>
            </a:pPr>
            <a:r>
              <a:t>• Return the most relevant answer</a:t>
            </a:r>
          </a:p>
          <a:p>
            <a:pPr>
              <a:spcAft>
                <a:spcPts val="800"/>
              </a:spcAft>
              <a:defRPr sz="2000"/>
            </a:pPr>
            <a:r>
              <a:t>• Cover admissions, courses, fees, internships and placements</a:t>
            </a:r>
          </a:p>
          <a:p>
            <a:pPr>
              <a:spcAft>
                <a:spcPts val="800"/>
              </a:spcAft>
              <a:defRPr sz="2000"/>
            </a:pPr>
            <a:r>
              <a:t>• Provide a fallback when confidence is 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Interactive web chat interface</a:t>
            </a:r>
          </a:p>
          <a:p>
            <a:pPr>
              <a:spcAft>
                <a:spcPts val="800"/>
              </a:spcAft>
              <a:defRPr sz="2000"/>
            </a:pPr>
            <a:r>
              <a:t>• FAQ knowledge base in JSON</a:t>
            </a:r>
          </a:p>
          <a:p>
            <a:pPr>
              <a:spcAft>
                <a:spcPts val="800"/>
              </a:spcAft>
              <a:defRPr sz="2000"/>
            </a:pPr>
            <a:r>
              <a:t>• NLP text vectorization using TF-IDF</a:t>
            </a:r>
          </a:p>
          <a:p>
            <a:pPr>
              <a:spcAft>
                <a:spcPts val="800"/>
              </a:spcAft>
              <a:defRPr sz="2000"/>
            </a:pPr>
            <a:r>
              <a:t>• Cosine similarity for matching</a:t>
            </a:r>
          </a:p>
          <a:p>
            <a:pPr>
              <a:spcAft>
                <a:spcPts val="800"/>
              </a:spcAft>
              <a:defRPr sz="2000"/>
            </a:pPr>
            <a:r>
              <a:t>• Category detection from the matched FAQ</a:t>
            </a:r>
          </a:p>
          <a:p>
            <a:pPr>
              <a:spcAft>
                <a:spcPts val="800"/>
              </a:spcAft>
              <a:defRPr sz="2000"/>
            </a:pPr>
            <a:r>
              <a:t>• Confidence/match score</a:t>
            </a:r>
          </a:p>
          <a:p>
            <a:pPr>
              <a:spcAft>
                <a:spcPts val="800"/>
              </a:spcAft>
              <a:defRPr sz="2000"/>
            </a:pPr>
            <a:r>
              <a:t>• Responsive UI</a:t>
            </a:r>
          </a:p>
          <a:p>
            <a:pPr>
              <a:spcAft>
                <a:spcPts val="800"/>
              </a:spcAft>
              <a:defRPr sz="2000"/>
            </a:pPr>
            <a:r>
              <a:t>• Easy FAQ customization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Frontend: HTML, CSS, JavaScript</a:t>
            </a:r>
          </a:p>
          <a:p>
            <a:pPr>
              <a:spcAft>
                <a:spcPts val="800"/>
              </a:spcAft>
              <a:defRPr sz="2000"/>
            </a:pPr>
            <a:r>
              <a:t>Backend: Python + Flask</a:t>
            </a:r>
          </a:p>
          <a:p>
            <a:pPr>
              <a:spcAft>
                <a:spcPts val="800"/>
              </a:spcAft>
              <a:defRPr sz="2000"/>
            </a:pPr>
            <a:r>
              <a:t>AI/NLP: scikit-learn</a:t>
            </a:r>
          </a:p>
          <a:p>
            <a:pPr>
              <a:spcAft>
                <a:spcPts val="800"/>
              </a:spcAft>
              <a:defRPr sz="2000"/>
            </a:pPr>
            <a:r>
              <a:t>Vectorization: TF-IDF</a:t>
            </a:r>
          </a:p>
          <a:p>
            <a:pPr>
              <a:spcAft>
                <a:spcPts val="800"/>
              </a:spcAft>
              <a:defRPr sz="2000"/>
            </a:pPr>
            <a:r>
              <a:t>Similarity: Cosine Similarity</a:t>
            </a:r>
          </a:p>
          <a:p>
            <a:pPr>
              <a:spcAft>
                <a:spcPts val="800"/>
              </a:spcAft>
              <a:defRPr sz="2000"/>
            </a:pPr>
            <a:r>
              <a:t>Data: JSON FAQ dataset</a:t>
            </a:r>
          </a:p>
          <a:p>
            <a:pPr>
              <a:spcAft>
                <a:spcPts val="800"/>
              </a:spcAft>
              <a:defRPr sz="2000"/>
            </a:pPr>
            <a:r>
              <a:t>Development: VS Code</a:t>
            </a:r>
          </a:p>
          <a:p>
            <a:pPr>
              <a:spcAft>
                <a:spcPts val="800"/>
              </a:spcAft>
              <a:defRPr sz="2000"/>
            </a:pPr>
            <a:r>
              <a:t>Version Control: Git +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Student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Web UI (HTML/CSS/JS)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Flask API /api/chat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Question preprocessing + TF-IDF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Cosine Similarity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Best FAQ match + threshold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Answer returned to student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NLP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Store verified FAQ questions and answers</a:t>
            </a:r>
          </a:p>
          <a:p>
            <a:pPr>
              <a:spcAft>
                <a:spcPts val="800"/>
              </a:spcAft>
              <a:defRPr sz="2000"/>
            </a:pPr>
            <a:r>
              <a:t>2. Convert FAQ questions to TF-IDF vectors</a:t>
            </a:r>
          </a:p>
          <a:p>
            <a:pPr>
              <a:spcAft>
                <a:spcPts val="800"/>
              </a:spcAft>
              <a:defRPr sz="2000"/>
            </a:pPr>
            <a:r>
              <a:t>3. Convert the student's question to a vector</a:t>
            </a:r>
          </a:p>
          <a:p>
            <a:pPr>
              <a:spcAft>
                <a:spcPts val="800"/>
              </a:spcAft>
              <a:defRPr sz="2000"/>
            </a:pPr>
            <a:r>
              <a:t>4. Calculate cosine similarity</a:t>
            </a:r>
          </a:p>
          <a:p>
            <a:pPr>
              <a:spcAft>
                <a:spcPts val="800"/>
              </a:spcAft>
              <a:defRPr sz="2000"/>
            </a:pPr>
            <a:r>
              <a:t>5. Select the highest score</a:t>
            </a:r>
          </a:p>
          <a:p>
            <a:pPr>
              <a:spcAft>
                <a:spcPts val="800"/>
              </a:spcAft>
              <a:defRPr sz="2000"/>
            </a:pPr>
            <a:r>
              <a:t>6. If score ≥ 0.25, return the matched answer</a:t>
            </a:r>
          </a:p>
          <a:p>
            <a:pPr>
              <a:spcAft>
                <a:spcPts val="800"/>
              </a:spcAft>
              <a:defRPr sz="2000"/>
            </a:pPr>
            <a:r>
              <a:t>7. Otherwise return a fallback message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Example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Admissions: “How can I apply for admission?”</a:t>
            </a:r>
          </a:p>
          <a:p>
            <a:pPr>
              <a:spcAft>
                <a:spcPts val="800"/>
              </a:spcAft>
              <a:defRPr sz="2000"/>
            </a:pPr>
            <a:r>
              <a:t>Courses: “What courses are available?”</a:t>
            </a:r>
          </a:p>
          <a:p>
            <a:pPr>
              <a:spcAft>
                <a:spcPts val="800"/>
              </a:spcAft>
              <a:defRPr sz="2000"/>
            </a:pPr>
            <a:r>
              <a:t>Fees: “How much is the tuition fee?”</a:t>
            </a:r>
          </a:p>
          <a:p>
            <a:pPr>
              <a:spcAft>
                <a:spcPts val="800"/>
              </a:spcAft>
              <a:defRPr sz="2000"/>
            </a:pPr>
            <a:r>
              <a:t>Internships: “How can I get an internship?”</a:t>
            </a:r>
          </a:p>
          <a:p>
            <a:pPr>
              <a:spcAft>
                <a:spcPts val="800"/>
              </a:spcAft>
              <a:defRPr sz="2000"/>
            </a:pPr>
            <a:r>
              <a:t>Placements: “How does the placement process work?”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The FAQ file can be edited without changing the main application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student-query-ai-chatbot/</a:t>
            </a:r>
          </a:p>
          <a:p>
            <a:pPr>
              <a:spcAft>
                <a:spcPts val="800"/>
              </a:spcAft>
              <a:defRPr sz="2000"/>
            </a:pPr>
            <a:r>
              <a:t>├── app.py</a:t>
            </a:r>
          </a:p>
          <a:p>
            <a:pPr>
              <a:spcAft>
                <a:spcPts val="800"/>
              </a:spcAft>
              <a:defRPr sz="2000"/>
            </a:pPr>
            <a:r>
              <a:t>├── requirements.txt</a:t>
            </a:r>
          </a:p>
          <a:p>
            <a:pPr>
              <a:spcAft>
                <a:spcPts val="800"/>
              </a:spcAft>
              <a:defRPr sz="2000"/>
            </a:pPr>
            <a:r>
              <a:t>├── README.md</a:t>
            </a:r>
          </a:p>
          <a:p>
            <a:pPr>
              <a:spcAft>
                <a:spcPts val="800"/>
              </a:spcAft>
              <a:defRPr sz="2000"/>
            </a:pPr>
            <a:r>
              <a:t>├── data/faq.json</a:t>
            </a:r>
          </a:p>
          <a:p>
            <a:pPr>
              <a:spcAft>
                <a:spcPts val="800"/>
              </a:spcAft>
              <a:defRPr sz="2000"/>
            </a:pPr>
            <a:r>
              <a:t>├── templates/index.html</a:t>
            </a:r>
          </a:p>
          <a:p>
            <a:pPr>
              <a:spcAft>
                <a:spcPts val="800"/>
              </a:spcAft>
              <a:defRPr sz="2000"/>
            </a:pPr>
            <a:r>
              <a:t>└── static/</a:t>
            </a:r>
          </a:p>
          <a:p>
            <a:pPr>
              <a:spcAft>
                <a:spcPts val="800"/>
              </a:spcAft>
              <a:defRPr sz="2000"/>
            </a:pPr>
            <a:r>
              <a:t>    ├── style.css</a:t>
            </a:r>
          </a:p>
          <a:p>
            <a:pPr>
              <a:spcAft>
                <a:spcPts val="800"/>
              </a:spcAft>
              <a:defRPr sz="2000"/>
            </a:pPr>
            <a:r>
              <a:t>    └── script.js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Open project folder in VS Code</a:t>
            </a:r>
          </a:p>
          <a:p>
            <a:pPr>
              <a:spcAft>
                <a:spcPts val="800"/>
              </a:spcAft>
              <a:defRPr sz="2000"/>
            </a:pPr>
            <a:r>
              <a:t>2. Create virtual environment:</a:t>
            </a:r>
          </a:p>
          <a:p>
            <a:pPr>
              <a:spcAft>
                <a:spcPts val="800"/>
              </a:spcAft>
              <a:defRPr sz="2000"/>
            </a:pPr>
            <a:r>
              <a:t>   python -m venv venv</a:t>
            </a:r>
          </a:p>
          <a:p>
            <a:pPr>
              <a:spcAft>
                <a:spcPts val="800"/>
              </a:spcAft>
              <a:defRPr sz="2000"/>
            </a:pPr>
            <a:r>
              <a:t>3. Activate:</a:t>
            </a:r>
          </a:p>
          <a:p>
            <a:pPr>
              <a:spcAft>
                <a:spcPts val="800"/>
              </a:spcAft>
              <a:defRPr sz="2000"/>
            </a:pPr>
            <a:r>
              <a:t>   venv\Scripts\activate</a:t>
            </a:r>
          </a:p>
          <a:p>
            <a:pPr>
              <a:spcAft>
                <a:spcPts val="800"/>
              </a:spcAft>
              <a:defRPr sz="2000"/>
            </a:pPr>
            <a:r>
              <a:t>4. Install:</a:t>
            </a:r>
          </a:p>
          <a:p>
            <a:pPr>
              <a:spcAft>
                <a:spcPts val="800"/>
              </a:spcAft>
              <a:defRPr sz="2000"/>
            </a:pPr>
            <a:r>
              <a:t>   pip install -r requirements.txt</a:t>
            </a:r>
          </a:p>
          <a:p>
            <a:pPr>
              <a:spcAft>
                <a:spcPts val="800"/>
              </a:spcAft>
              <a:defRPr sz="2000"/>
            </a:pPr>
            <a:r>
              <a:t>5. Run:</a:t>
            </a:r>
          </a:p>
          <a:p>
            <a:pPr>
              <a:spcAft>
                <a:spcPts val="800"/>
              </a:spcAft>
              <a:defRPr sz="2000"/>
            </a:pPr>
            <a:r>
              <a:t>   python app.py</a:t>
            </a:r>
          </a:p>
          <a:p>
            <a:pPr>
              <a:spcAft>
                <a:spcPts val="800"/>
              </a:spcAft>
              <a:defRPr sz="2000"/>
            </a:pPr>
            <a:r>
              <a:t>6. Open http://127.0.0.1:5000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Results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Faster access to common student information</a:t>
            </a:r>
          </a:p>
          <a:p>
            <a:pPr>
              <a:spcAft>
                <a:spcPts val="800"/>
              </a:spcAft>
              <a:defRPr sz="2000"/>
            </a:pPr>
            <a:r>
              <a:t>• Reduces repetitive FAQ handling</a:t>
            </a:r>
          </a:p>
          <a:p>
            <a:pPr>
              <a:spcAft>
                <a:spcPts val="800"/>
              </a:spcAft>
              <a:defRPr sz="2000"/>
            </a:pPr>
            <a:r>
              <a:t>• Simple and low-cost prototype</a:t>
            </a:r>
          </a:p>
          <a:p>
            <a:pPr>
              <a:spcAft>
                <a:spcPts val="800"/>
              </a:spcAft>
              <a:defRPr sz="2000"/>
            </a:pPr>
            <a:r>
              <a:t>• Easy to update with college-specific data</a:t>
            </a:r>
          </a:p>
          <a:p>
            <a:pPr>
              <a:spcAft>
                <a:spcPts val="800"/>
              </a:spcAft>
              <a:defRPr sz="2000"/>
            </a:pPr>
            <a:r>
              <a:t>• Demonstrates Python, NLP, Flask and web development skills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Admin dashboard</a:t>
            </a:r>
          </a:p>
          <a:p>
            <a:pPr>
              <a:spcAft>
                <a:spcPts val="800"/>
              </a:spcAft>
              <a:defRPr sz="2000"/>
            </a:pPr>
            <a:r>
              <a:t>• Database integration</a:t>
            </a:r>
          </a:p>
          <a:p>
            <a:pPr>
              <a:spcAft>
                <a:spcPts val="800"/>
              </a:spcAft>
              <a:defRPr sz="2000"/>
            </a:pPr>
            <a:r>
              <a:t>• Student login</a:t>
            </a:r>
          </a:p>
          <a:p>
            <a:pPr>
              <a:spcAft>
                <a:spcPts val="800"/>
              </a:spcAft>
              <a:defRPr sz="2000"/>
            </a:pPr>
            <a:r>
              <a:t>• Multilingual chatbot</a:t>
            </a:r>
          </a:p>
          <a:p>
            <a:pPr>
              <a:spcAft>
                <a:spcPts val="800"/>
              </a:spcAft>
              <a:defRPr sz="2000"/>
            </a:pPr>
            <a:r>
              <a:t>• Voice input/output</a:t>
            </a:r>
          </a:p>
          <a:p>
            <a:pPr>
              <a:spcAft>
                <a:spcPts val="800"/>
              </a:spcAft>
              <a:defRPr sz="2000"/>
            </a:pPr>
            <a:r>
              <a:t>• RAG using college documents</a:t>
            </a:r>
          </a:p>
          <a:p>
            <a:pPr>
              <a:spcAft>
                <a:spcPts val="800"/>
              </a:spcAft>
              <a:defRPr sz="2000"/>
            </a:pPr>
            <a:r>
              <a:t>• LLM integration</a:t>
            </a:r>
          </a:p>
          <a:p>
            <a:pPr>
              <a:spcAft>
                <a:spcPts val="800"/>
              </a:spcAft>
              <a:defRPr sz="2000"/>
            </a:pPr>
            <a:r>
              <a:t>• Analytics for frequently asked questions</a:t>
            </a:r>
          </a:p>
          <a:p>
            <a:pPr>
              <a:spcAft>
                <a:spcPts val="800"/>
              </a:spcAft>
              <a:defRPr sz="2000"/>
            </a:pPr>
            <a:r>
              <a:t>• Cloud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StudentQuery AI demonstrates how NLP can be used to build a practical student-support chatbot.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The project is designed as a portfolio/academic prototype and should use verified institutional information before real-world deployment.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604</Words>
  <Application>Microsoft Office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Yasaswini Morapakula</cp:lastModifiedBy>
  <cp:revision>2</cp:revision>
  <dcterms:created xsi:type="dcterms:W3CDTF">2013-01-27T09:14:16Z</dcterms:created>
  <dcterms:modified xsi:type="dcterms:W3CDTF">2026-10-01T07:38:11Z</dcterms:modified>
  <cp:category/>
</cp:coreProperties>
</file>